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4" autoAdjust="0"/>
    <p:restoredTop sz="94660"/>
  </p:normalViewPr>
  <p:slideViewPr>
    <p:cSldViewPr snapToGrid="0">
      <p:cViewPr varScale="1">
        <p:scale>
          <a:sx n="53" d="100"/>
          <a:sy n="53" d="100"/>
        </p:scale>
        <p:origin x="14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F6444-BE2C-4209-832E-AEBE394BB552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09AE6-2F91-4F89-B971-44EE778583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4717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F6444-BE2C-4209-832E-AEBE394BB552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09AE6-2F91-4F89-B971-44EE778583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6369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F6444-BE2C-4209-832E-AEBE394BB552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09AE6-2F91-4F89-B971-44EE778583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7474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F6444-BE2C-4209-832E-AEBE394BB552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09AE6-2F91-4F89-B971-44EE778583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9962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F6444-BE2C-4209-832E-AEBE394BB552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09AE6-2F91-4F89-B971-44EE778583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9205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F6444-BE2C-4209-832E-AEBE394BB552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09AE6-2F91-4F89-B971-44EE778583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1204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F6444-BE2C-4209-832E-AEBE394BB552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09AE6-2F91-4F89-B971-44EE778583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9126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F6444-BE2C-4209-832E-AEBE394BB552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09AE6-2F91-4F89-B971-44EE778583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9425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F6444-BE2C-4209-832E-AEBE394BB552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09AE6-2F91-4F89-B971-44EE778583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4351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F6444-BE2C-4209-832E-AEBE394BB552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09AE6-2F91-4F89-B971-44EE778583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5883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F6444-BE2C-4209-832E-AEBE394BB552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09AE6-2F91-4F89-B971-44EE778583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2879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9F6444-BE2C-4209-832E-AEBE394BB552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B09AE6-2F91-4F89-B971-44EE778583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2419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マップ&#10;&#10;自動的に生成された説明">
            <a:extLst>
              <a:ext uri="{FF2B5EF4-FFF2-40B4-BE49-F238E27FC236}">
                <a16:creationId xmlns:a16="http://schemas.microsoft.com/office/drawing/2014/main" id="{A9A28A1F-11F8-4A65-A575-78BAC3109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86" y="0"/>
            <a:ext cx="6868886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927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0</Words>
  <Application>Microsoft Office PowerPoint</Application>
  <PresentationFormat>A4 210 x 297 mm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緋水 雷夢</dc:creator>
  <cp:lastModifiedBy>緋水 雷夢</cp:lastModifiedBy>
  <cp:revision>2</cp:revision>
  <dcterms:created xsi:type="dcterms:W3CDTF">2025-01-07T02:50:29Z</dcterms:created>
  <dcterms:modified xsi:type="dcterms:W3CDTF">2025-01-08T00:42:12Z</dcterms:modified>
</cp:coreProperties>
</file>